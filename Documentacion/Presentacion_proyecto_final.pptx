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4" r:id="rId1"/>
  </p:sldMasterIdLst>
  <p:sldIdLst>
    <p:sldId id="256" r:id="rId2"/>
    <p:sldId id="259" r:id="rId3"/>
    <p:sldId id="260" r:id="rId4"/>
    <p:sldId id="261" r:id="rId5"/>
    <p:sldId id="262" r:id="rId6"/>
    <p:sldId id="263" r:id="rId7"/>
    <p:sldId id="264" r:id="rId8"/>
    <p:sldId id="265" r:id="rId9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DD5DACF-FC3A-BE4D-DDB1-8EC991AEFE7E}" v="175" dt="2026-06-28T23:04:10.66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5/10/relationships/revisionInfo" Target="revisionInfo.xml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svg"/><Relationship Id="rId1" Type="http://schemas.openxmlformats.org/officeDocument/2006/relationships/image" Target="../media/image10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svg"/><Relationship Id="rId1" Type="http://schemas.openxmlformats.org/officeDocument/2006/relationships/image" Target="../media/image10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6_2">
  <dgm:title val=""/>
  <dgm:desc val=""/>
  <dgm:catLst>
    <dgm:cat type="accent6" pri="11200"/>
  </dgm:catLst>
  <dgm:styleLbl name="node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ln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8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5655E29-5520-4334-8FC2-1857A5B39EC3}" type="doc">
      <dgm:prSet loTypeId="urn:microsoft.com/office/officeart/2005/8/layout/vProcess5" loCatId="process" qsTypeId="urn:microsoft.com/office/officeart/2005/8/quickstyle/simple5" qsCatId="simple" csTypeId="urn:microsoft.com/office/officeart/2005/8/colors/accent6_2" csCatId="accent6" phldr="1"/>
      <dgm:spPr/>
      <dgm:t>
        <a:bodyPr/>
        <a:lstStyle/>
        <a:p>
          <a:endParaRPr lang="en-US"/>
        </a:p>
      </dgm:t>
    </dgm:pt>
    <dgm:pt modelId="{F8398AC9-BC14-47CC-9C1E-9776018F5681}">
      <dgm:prSet/>
      <dgm:spPr/>
      <dgm:t>
        <a:bodyPr/>
        <a:lstStyle/>
        <a:p>
          <a:r>
            <a:rPr lang="es-ES"/>
            <a:t>• Desarrollar un generador de contraseñas en Python.</a:t>
          </a:r>
          <a:endParaRPr lang="en-US"/>
        </a:p>
      </dgm:t>
    </dgm:pt>
    <dgm:pt modelId="{317E094D-2674-4193-9231-86FAB28EF446}" type="parTrans" cxnId="{959E3A55-4BE7-4229-88E9-A5E1FF6EF687}">
      <dgm:prSet/>
      <dgm:spPr/>
      <dgm:t>
        <a:bodyPr/>
        <a:lstStyle/>
        <a:p>
          <a:endParaRPr lang="en-US"/>
        </a:p>
      </dgm:t>
    </dgm:pt>
    <dgm:pt modelId="{0E20825F-58D2-4443-BC24-7FA19008161E}" type="sibTrans" cxnId="{959E3A55-4BE7-4229-88E9-A5E1FF6EF687}">
      <dgm:prSet/>
      <dgm:spPr/>
      <dgm:t>
        <a:bodyPr/>
        <a:lstStyle/>
        <a:p>
          <a:endParaRPr lang="en-US"/>
        </a:p>
      </dgm:t>
    </dgm:pt>
    <dgm:pt modelId="{2751F518-5B95-48C3-8C78-9A8BE29F0E60}">
      <dgm:prSet/>
      <dgm:spPr/>
      <dgm:t>
        <a:bodyPr/>
        <a:lstStyle/>
        <a:p>
          <a:r>
            <a:rPr lang="es-ES"/>
            <a:t>• Aplicar los conceptos de lógica de programación.</a:t>
          </a:r>
          <a:endParaRPr lang="en-US"/>
        </a:p>
      </dgm:t>
    </dgm:pt>
    <dgm:pt modelId="{97307095-EAC3-4574-B95E-0C3A92DE9E85}" type="parTrans" cxnId="{4D0F8259-90D6-4825-886C-6D8DACF339B5}">
      <dgm:prSet/>
      <dgm:spPr/>
      <dgm:t>
        <a:bodyPr/>
        <a:lstStyle/>
        <a:p>
          <a:endParaRPr lang="en-US"/>
        </a:p>
      </dgm:t>
    </dgm:pt>
    <dgm:pt modelId="{700B8B37-0D5B-44DD-B690-9F53185716BA}" type="sibTrans" cxnId="{4D0F8259-90D6-4825-886C-6D8DACF339B5}">
      <dgm:prSet/>
      <dgm:spPr/>
      <dgm:t>
        <a:bodyPr/>
        <a:lstStyle/>
        <a:p>
          <a:endParaRPr lang="en-US"/>
        </a:p>
      </dgm:t>
    </dgm:pt>
    <dgm:pt modelId="{8697E701-EAAB-4356-8A13-7C34C9AA6DD1}">
      <dgm:prSet/>
      <dgm:spPr/>
      <dgm:t>
        <a:bodyPr/>
        <a:lstStyle/>
        <a:p>
          <a:r>
            <a:rPr lang="es-ES"/>
            <a:t>• Validar la información ingresada por el usuario.</a:t>
          </a:r>
          <a:endParaRPr lang="en-US"/>
        </a:p>
      </dgm:t>
    </dgm:pt>
    <dgm:pt modelId="{8E59D210-881D-4C31-96B3-95BACDE71DCD}" type="parTrans" cxnId="{5D4AFCA4-4529-469E-A788-D9E77F2DECD7}">
      <dgm:prSet/>
      <dgm:spPr/>
      <dgm:t>
        <a:bodyPr/>
        <a:lstStyle/>
        <a:p>
          <a:endParaRPr lang="en-US"/>
        </a:p>
      </dgm:t>
    </dgm:pt>
    <dgm:pt modelId="{B08FE8ED-DEAF-4655-AE16-5876F70050ED}" type="sibTrans" cxnId="{5D4AFCA4-4529-469E-A788-D9E77F2DECD7}">
      <dgm:prSet/>
      <dgm:spPr/>
      <dgm:t>
        <a:bodyPr/>
        <a:lstStyle/>
        <a:p>
          <a:endParaRPr lang="en-US"/>
        </a:p>
      </dgm:t>
    </dgm:pt>
    <dgm:pt modelId="{8B6767DC-F214-44E8-A5F8-A1F97C609ABB}">
      <dgm:prSet/>
      <dgm:spPr/>
      <dgm:t>
        <a:bodyPr/>
        <a:lstStyle/>
        <a:p>
          <a:r>
            <a:rPr lang="es-ES"/>
            <a:t>• Generar contraseñas seguras y personalizadas.</a:t>
          </a:r>
          <a:endParaRPr lang="en-US"/>
        </a:p>
      </dgm:t>
    </dgm:pt>
    <dgm:pt modelId="{C0751205-9394-4AE6-BDA0-214198DB8F58}" type="parTrans" cxnId="{AB48E9DA-5265-4293-A4B1-5675A77AF36F}">
      <dgm:prSet/>
      <dgm:spPr/>
      <dgm:t>
        <a:bodyPr/>
        <a:lstStyle/>
        <a:p>
          <a:endParaRPr lang="en-US"/>
        </a:p>
      </dgm:t>
    </dgm:pt>
    <dgm:pt modelId="{75B46250-9EEB-43D1-A5AB-675438813AEC}" type="sibTrans" cxnId="{AB48E9DA-5265-4293-A4B1-5675A77AF36F}">
      <dgm:prSet/>
      <dgm:spPr/>
      <dgm:t>
        <a:bodyPr/>
        <a:lstStyle/>
        <a:p>
          <a:endParaRPr lang="en-US"/>
        </a:p>
      </dgm:t>
    </dgm:pt>
    <dgm:pt modelId="{C5E99613-E986-4207-8F48-AC9600910200}" type="pres">
      <dgm:prSet presAssocID="{C5655E29-5520-4334-8FC2-1857A5B39EC3}" presName="outerComposite" presStyleCnt="0">
        <dgm:presLayoutVars>
          <dgm:chMax val="5"/>
          <dgm:dir/>
          <dgm:resizeHandles val="exact"/>
        </dgm:presLayoutVars>
      </dgm:prSet>
      <dgm:spPr/>
    </dgm:pt>
    <dgm:pt modelId="{9FACC724-BA5C-40C9-B27B-EACAF5EF3892}" type="pres">
      <dgm:prSet presAssocID="{C5655E29-5520-4334-8FC2-1857A5B39EC3}" presName="dummyMaxCanvas" presStyleCnt="0">
        <dgm:presLayoutVars/>
      </dgm:prSet>
      <dgm:spPr/>
    </dgm:pt>
    <dgm:pt modelId="{CA61D952-D851-43A8-A357-A8BBBF1CC884}" type="pres">
      <dgm:prSet presAssocID="{C5655E29-5520-4334-8FC2-1857A5B39EC3}" presName="FourNodes_1" presStyleLbl="node1" presStyleIdx="0" presStyleCnt="4">
        <dgm:presLayoutVars>
          <dgm:bulletEnabled val="1"/>
        </dgm:presLayoutVars>
      </dgm:prSet>
      <dgm:spPr/>
    </dgm:pt>
    <dgm:pt modelId="{BE74DFE0-D636-4C6A-9A3D-1F717E3F2412}" type="pres">
      <dgm:prSet presAssocID="{C5655E29-5520-4334-8FC2-1857A5B39EC3}" presName="FourNodes_2" presStyleLbl="node1" presStyleIdx="1" presStyleCnt="4">
        <dgm:presLayoutVars>
          <dgm:bulletEnabled val="1"/>
        </dgm:presLayoutVars>
      </dgm:prSet>
      <dgm:spPr/>
    </dgm:pt>
    <dgm:pt modelId="{A67FAFCD-F456-4A78-88DC-0D728C4992BE}" type="pres">
      <dgm:prSet presAssocID="{C5655E29-5520-4334-8FC2-1857A5B39EC3}" presName="FourNodes_3" presStyleLbl="node1" presStyleIdx="2" presStyleCnt="4">
        <dgm:presLayoutVars>
          <dgm:bulletEnabled val="1"/>
        </dgm:presLayoutVars>
      </dgm:prSet>
      <dgm:spPr/>
    </dgm:pt>
    <dgm:pt modelId="{AB30322A-7D82-4603-ACC9-D93C0461D883}" type="pres">
      <dgm:prSet presAssocID="{C5655E29-5520-4334-8FC2-1857A5B39EC3}" presName="FourNodes_4" presStyleLbl="node1" presStyleIdx="3" presStyleCnt="4">
        <dgm:presLayoutVars>
          <dgm:bulletEnabled val="1"/>
        </dgm:presLayoutVars>
      </dgm:prSet>
      <dgm:spPr/>
    </dgm:pt>
    <dgm:pt modelId="{757E5ACB-0CFD-4A5A-832E-C3EE85552B92}" type="pres">
      <dgm:prSet presAssocID="{C5655E29-5520-4334-8FC2-1857A5B39EC3}" presName="FourConn_1-2" presStyleLbl="fgAccFollowNode1" presStyleIdx="0" presStyleCnt="3">
        <dgm:presLayoutVars>
          <dgm:bulletEnabled val="1"/>
        </dgm:presLayoutVars>
      </dgm:prSet>
      <dgm:spPr/>
    </dgm:pt>
    <dgm:pt modelId="{5C09E7BD-B841-4E6E-A219-736AADA2ED06}" type="pres">
      <dgm:prSet presAssocID="{C5655E29-5520-4334-8FC2-1857A5B39EC3}" presName="FourConn_2-3" presStyleLbl="fgAccFollowNode1" presStyleIdx="1" presStyleCnt="3">
        <dgm:presLayoutVars>
          <dgm:bulletEnabled val="1"/>
        </dgm:presLayoutVars>
      </dgm:prSet>
      <dgm:spPr/>
    </dgm:pt>
    <dgm:pt modelId="{1E449AF4-35A1-430B-85BB-7B6E2090B552}" type="pres">
      <dgm:prSet presAssocID="{C5655E29-5520-4334-8FC2-1857A5B39EC3}" presName="FourConn_3-4" presStyleLbl="fgAccFollowNode1" presStyleIdx="2" presStyleCnt="3">
        <dgm:presLayoutVars>
          <dgm:bulletEnabled val="1"/>
        </dgm:presLayoutVars>
      </dgm:prSet>
      <dgm:spPr/>
    </dgm:pt>
    <dgm:pt modelId="{CE48FB0C-4B7D-4845-B077-9B50A14C03BD}" type="pres">
      <dgm:prSet presAssocID="{C5655E29-5520-4334-8FC2-1857A5B39EC3}" presName="FourNodes_1_text" presStyleLbl="node1" presStyleIdx="3" presStyleCnt="4">
        <dgm:presLayoutVars>
          <dgm:bulletEnabled val="1"/>
        </dgm:presLayoutVars>
      </dgm:prSet>
      <dgm:spPr/>
    </dgm:pt>
    <dgm:pt modelId="{19E8AFCD-3B59-4D9E-982F-6B356D4532B4}" type="pres">
      <dgm:prSet presAssocID="{C5655E29-5520-4334-8FC2-1857A5B39EC3}" presName="FourNodes_2_text" presStyleLbl="node1" presStyleIdx="3" presStyleCnt="4">
        <dgm:presLayoutVars>
          <dgm:bulletEnabled val="1"/>
        </dgm:presLayoutVars>
      </dgm:prSet>
      <dgm:spPr/>
    </dgm:pt>
    <dgm:pt modelId="{6E43E2E8-E485-4DBB-9A26-BE4EABAB6A96}" type="pres">
      <dgm:prSet presAssocID="{C5655E29-5520-4334-8FC2-1857A5B39EC3}" presName="FourNodes_3_text" presStyleLbl="node1" presStyleIdx="3" presStyleCnt="4">
        <dgm:presLayoutVars>
          <dgm:bulletEnabled val="1"/>
        </dgm:presLayoutVars>
      </dgm:prSet>
      <dgm:spPr/>
    </dgm:pt>
    <dgm:pt modelId="{39864A5D-A1C1-4AF1-A37C-1F77E5D6A01E}" type="pres">
      <dgm:prSet presAssocID="{C5655E29-5520-4334-8FC2-1857A5B39EC3}" presName="FourNodes_4_text" presStyleLbl="node1" presStyleIdx="3" presStyleCnt="4">
        <dgm:presLayoutVars>
          <dgm:bulletEnabled val="1"/>
        </dgm:presLayoutVars>
      </dgm:prSet>
      <dgm:spPr/>
    </dgm:pt>
  </dgm:ptLst>
  <dgm:cxnLst>
    <dgm:cxn modelId="{C62B0203-BF67-4BE8-AD6B-269B346A7556}" type="presOf" srcId="{F8398AC9-BC14-47CC-9C1E-9776018F5681}" destId="{CE48FB0C-4B7D-4845-B077-9B50A14C03BD}" srcOrd="1" destOrd="0" presId="urn:microsoft.com/office/officeart/2005/8/layout/vProcess5"/>
    <dgm:cxn modelId="{1D84E40D-6817-45FE-907E-79949DDBCAFD}" type="presOf" srcId="{2751F518-5B95-48C3-8C78-9A8BE29F0E60}" destId="{BE74DFE0-D636-4C6A-9A3D-1F717E3F2412}" srcOrd="0" destOrd="0" presId="urn:microsoft.com/office/officeart/2005/8/layout/vProcess5"/>
    <dgm:cxn modelId="{A3128B5F-DC52-4BAF-A484-A1326A6A5514}" type="presOf" srcId="{0E20825F-58D2-4443-BC24-7FA19008161E}" destId="{757E5ACB-0CFD-4A5A-832E-C3EE85552B92}" srcOrd="0" destOrd="0" presId="urn:microsoft.com/office/officeart/2005/8/layout/vProcess5"/>
    <dgm:cxn modelId="{959E3A55-4BE7-4229-88E9-A5E1FF6EF687}" srcId="{C5655E29-5520-4334-8FC2-1857A5B39EC3}" destId="{F8398AC9-BC14-47CC-9C1E-9776018F5681}" srcOrd="0" destOrd="0" parTransId="{317E094D-2674-4193-9231-86FAB28EF446}" sibTransId="{0E20825F-58D2-4443-BC24-7FA19008161E}"/>
    <dgm:cxn modelId="{4D0F8259-90D6-4825-886C-6D8DACF339B5}" srcId="{C5655E29-5520-4334-8FC2-1857A5B39EC3}" destId="{2751F518-5B95-48C3-8C78-9A8BE29F0E60}" srcOrd="1" destOrd="0" parTransId="{97307095-EAC3-4574-B95E-0C3A92DE9E85}" sibTransId="{700B8B37-0D5B-44DD-B690-9F53185716BA}"/>
    <dgm:cxn modelId="{2D59737D-31DA-462F-AA72-13CA499ADA9E}" type="presOf" srcId="{8B6767DC-F214-44E8-A5F8-A1F97C609ABB}" destId="{39864A5D-A1C1-4AF1-A37C-1F77E5D6A01E}" srcOrd="1" destOrd="0" presId="urn:microsoft.com/office/officeart/2005/8/layout/vProcess5"/>
    <dgm:cxn modelId="{8EDAE68B-A7D2-4F8F-B597-F79F39B01C9B}" type="presOf" srcId="{F8398AC9-BC14-47CC-9C1E-9776018F5681}" destId="{CA61D952-D851-43A8-A357-A8BBBF1CC884}" srcOrd="0" destOrd="0" presId="urn:microsoft.com/office/officeart/2005/8/layout/vProcess5"/>
    <dgm:cxn modelId="{9048B895-F916-4FDB-85A4-3408533470B8}" type="presOf" srcId="{C5655E29-5520-4334-8FC2-1857A5B39EC3}" destId="{C5E99613-E986-4207-8F48-AC9600910200}" srcOrd="0" destOrd="0" presId="urn:microsoft.com/office/officeart/2005/8/layout/vProcess5"/>
    <dgm:cxn modelId="{F4C7F69C-B77A-4ED5-9A6B-BEECE6F44A85}" type="presOf" srcId="{8697E701-EAAB-4356-8A13-7C34C9AA6DD1}" destId="{6E43E2E8-E485-4DBB-9A26-BE4EABAB6A96}" srcOrd="1" destOrd="0" presId="urn:microsoft.com/office/officeart/2005/8/layout/vProcess5"/>
    <dgm:cxn modelId="{5D4AFCA4-4529-469E-A788-D9E77F2DECD7}" srcId="{C5655E29-5520-4334-8FC2-1857A5B39EC3}" destId="{8697E701-EAAB-4356-8A13-7C34C9AA6DD1}" srcOrd="2" destOrd="0" parTransId="{8E59D210-881D-4C31-96B3-95BACDE71DCD}" sibTransId="{B08FE8ED-DEAF-4655-AE16-5876F70050ED}"/>
    <dgm:cxn modelId="{555DCEA9-6AE9-4BB0-8C91-2A9CB96C49DA}" type="presOf" srcId="{8B6767DC-F214-44E8-A5F8-A1F97C609ABB}" destId="{AB30322A-7D82-4603-ACC9-D93C0461D883}" srcOrd="0" destOrd="0" presId="urn:microsoft.com/office/officeart/2005/8/layout/vProcess5"/>
    <dgm:cxn modelId="{1A25FEB6-8D7F-4BC0-91C9-5ADF81D2DA42}" type="presOf" srcId="{700B8B37-0D5B-44DD-B690-9F53185716BA}" destId="{5C09E7BD-B841-4E6E-A219-736AADA2ED06}" srcOrd="0" destOrd="0" presId="urn:microsoft.com/office/officeart/2005/8/layout/vProcess5"/>
    <dgm:cxn modelId="{5303CDC0-0BAD-43B5-B5ED-858B9B7FB40B}" type="presOf" srcId="{2751F518-5B95-48C3-8C78-9A8BE29F0E60}" destId="{19E8AFCD-3B59-4D9E-982F-6B356D4532B4}" srcOrd="1" destOrd="0" presId="urn:microsoft.com/office/officeart/2005/8/layout/vProcess5"/>
    <dgm:cxn modelId="{AB48E9DA-5265-4293-A4B1-5675A77AF36F}" srcId="{C5655E29-5520-4334-8FC2-1857A5B39EC3}" destId="{8B6767DC-F214-44E8-A5F8-A1F97C609ABB}" srcOrd="3" destOrd="0" parTransId="{C0751205-9394-4AE6-BDA0-214198DB8F58}" sibTransId="{75B46250-9EEB-43D1-A5AB-675438813AEC}"/>
    <dgm:cxn modelId="{DC6A8DDC-80F0-40B1-8D7D-50DA4C647F88}" type="presOf" srcId="{B08FE8ED-DEAF-4655-AE16-5876F70050ED}" destId="{1E449AF4-35A1-430B-85BB-7B6E2090B552}" srcOrd="0" destOrd="0" presId="urn:microsoft.com/office/officeart/2005/8/layout/vProcess5"/>
    <dgm:cxn modelId="{6C2B0FEB-7322-4894-B28A-749D6A33E06F}" type="presOf" srcId="{8697E701-EAAB-4356-8A13-7C34C9AA6DD1}" destId="{A67FAFCD-F456-4A78-88DC-0D728C4992BE}" srcOrd="0" destOrd="0" presId="urn:microsoft.com/office/officeart/2005/8/layout/vProcess5"/>
    <dgm:cxn modelId="{2EC4B83C-BA62-4940-9263-C0CDAD754EAF}" type="presParOf" srcId="{C5E99613-E986-4207-8F48-AC9600910200}" destId="{9FACC724-BA5C-40C9-B27B-EACAF5EF3892}" srcOrd="0" destOrd="0" presId="urn:microsoft.com/office/officeart/2005/8/layout/vProcess5"/>
    <dgm:cxn modelId="{49C64FF0-B65B-4991-9898-0CDAEABAE68B}" type="presParOf" srcId="{C5E99613-E986-4207-8F48-AC9600910200}" destId="{CA61D952-D851-43A8-A357-A8BBBF1CC884}" srcOrd="1" destOrd="0" presId="urn:microsoft.com/office/officeart/2005/8/layout/vProcess5"/>
    <dgm:cxn modelId="{76E30AFF-E26D-41C2-AF36-D79B9FD34A05}" type="presParOf" srcId="{C5E99613-E986-4207-8F48-AC9600910200}" destId="{BE74DFE0-D636-4C6A-9A3D-1F717E3F2412}" srcOrd="2" destOrd="0" presId="urn:microsoft.com/office/officeart/2005/8/layout/vProcess5"/>
    <dgm:cxn modelId="{E6DF9F6F-0D8F-4C78-B7DF-328EC233345E}" type="presParOf" srcId="{C5E99613-E986-4207-8F48-AC9600910200}" destId="{A67FAFCD-F456-4A78-88DC-0D728C4992BE}" srcOrd="3" destOrd="0" presId="urn:microsoft.com/office/officeart/2005/8/layout/vProcess5"/>
    <dgm:cxn modelId="{071CECC5-2D55-42D7-B59C-7AB98E9D8D3F}" type="presParOf" srcId="{C5E99613-E986-4207-8F48-AC9600910200}" destId="{AB30322A-7D82-4603-ACC9-D93C0461D883}" srcOrd="4" destOrd="0" presId="urn:microsoft.com/office/officeart/2005/8/layout/vProcess5"/>
    <dgm:cxn modelId="{B9355332-B0B0-4D39-9769-2D4E3C966759}" type="presParOf" srcId="{C5E99613-E986-4207-8F48-AC9600910200}" destId="{757E5ACB-0CFD-4A5A-832E-C3EE85552B92}" srcOrd="5" destOrd="0" presId="urn:microsoft.com/office/officeart/2005/8/layout/vProcess5"/>
    <dgm:cxn modelId="{C0AA8207-1C06-41A8-B0EF-9A524C0E0086}" type="presParOf" srcId="{C5E99613-E986-4207-8F48-AC9600910200}" destId="{5C09E7BD-B841-4E6E-A219-736AADA2ED06}" srcOrd="6" destOrd="0" presId="urn:microsoft.com/office/officeart/2005/8/layout/vProcess5"/>
    <dgm:cxn modelId="{1034B795-88C8-42C6-955C-E9683AE60F9F}" type="presParOf" srcId="{C5E99613-E986-4207-8F48-AC9600910200}" destId="{1E449AF4-35A1-430B-85BB-7B6E2090B552}" srcOrd="7" destOrd="0" presId="urn:microsoft.com/office/officeart/2005/8/layout/vProcess5"/>
    <dgm:cxn modelId="{2381994E-BB4C-40AF-9F67-25E91FEACD31}" type="presParOf" srcId="{C5E99613-E986-4207-8F48-AC9600910200}" destId="{CE48FB0C-4B7D-4845-B077-9B50A14C03BD}" srcOrd="8" destOrd="0" presId="urn:microsoft.com/office/officeart/2005/8/layout/vProcess5"/>
    <dgm:cxn modelId="{8617A4C7-7581-4BE6-98FE-B61E8EF4B57F}" type="presParOf" srcId="{C5E99613-E986-4207-8F48-AC9600910200}" destId="{19E8AFCD-3B59-4D9E-982F-6B356D4532B4}" srcOrd="9" destOrd="0" presId="urn:microsoft.com/office/officeart/2005/8/layout/vProcess5"/>
    <dgm:cxn modelId="{310D4C9A-E9EF-44B9-A0E6-FAD2E3B558B6}" type="presParOf" srcId="{C5E99613-E986-4207-8F48-AC9600910200}" destId="{6E43E2E8-E485-4DBB-9A26-BE4EABAB6A96}" srcOrd="10" destOrd="0" presId="urn:microsoft.com/office/officeart/2005/8/layout/vProcess5"/>
    <dgm:cxn modelId="{D2520793-2372-498D-909B-E69E0848E058}" type="presParOf" srcId="{C5E99613-E986-4207-8F48-AC9600910200}" destId="{39864A5D-A1C1-4AF1-A37C-1F77E5D6A01E}" srcOrd="11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9375EF1A-1E47-477A-88D2-70CFFB7A0B8F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AE8169E4-2731-45BE-A4AE-3E1677538678}">
      <dgm:prSet/>
      <dgm:spPr/>
      <dgm:t>
        <a:bodyPr/>
        <a:lstStyle/>
        <a:p>
          <a:r>
            <a:rPr lang="es-ES"/>
            <a:t>• Se aplicaron correctamente los conocimientos de Lógica de Programación.</a:t>
          </a:r>
          <a:endParaRPr lang="en-US"/>
        </a:p>
      </dgm:t>
    </dgm:pt>
    <dgm:pt modelId="{4D928D16-8911-4D4E-90F1-9C7B4DAD7536}" type="parTrans" cxnId="{35B3CE6F-D15A-4170-BC2D-2BCE445724EA}">
      <dgm:prSet/>
      <dgm:spPr/>
      <dgm:t>
        <a:bodyPr/>
        <a:lstStyle/>
        <a:p>
          <a:endParaRPr lang="en-US"/>
        </a:p>
      </dgm:t>
    </dgm:pt>
    <dgm:pt modelId="{24B39FD0-EB38-4EEB-8D22-CC35973C2840}" type="sibTrans" cxnId="{35B3CE6F-D15A-4170-BC2D-2BCE445724EA}">
      <dgm:prSet/>
      <dgm:spPr/>
      <dgm:t>
        <a:bodyPr/>
        <a:lstStyle/>
        <a:p>
          <a:endParaRPr lang="en-US"/>
        </a:p>
      </dgm:t>
    </dgm:pt>
    <dgm:pt modelId="{0D656E8D-BBAB-49CA-B677-7D48A05603B7}">
      <dgm:prSet/>
      <dgm:spPr/>
      <dgm:t>
        <a:bodyPr/>
        <a:lstStyle/>
        <a:p>
          <a:r>
            <a:rPr lang="es-ES"/>
            <a:t>• El sistema cumple con los objetivos planteados.</a:t>
          </a:r>
          <a:endParaRPr lang="en-US"/>
        </a:p>
      </dgm:t>
    </dgm:pt>
    <dgm:pt modelId="{372560AD-6D69-46D8-81AA-632A989910A4}" type="parTrans" cxnId="{E4F2C213-9540-4EE3-9EB7-26AB1E46EC76}">
      <dgm:prSet/>
      <dgm:spPr/>
      <dgm:t>
        <a:bodyPr/>
        <a:lstStyle/>
        <a:p>
          <a:endParaRPr lang="en-US"/>
        </a:p>
      </dgm:t>
    </dgm:pt>
    <dgm:pt modelId="{145EE75D-E3F7-46E4-8E2E-A5E4BDDC54CA}" type="sibTrans" cxnId="{E4F2C213-9540-4EE3-9EB7-26AB1E46EC76}">
      <dgm:prSet/>
      <dgm:spPr/>
      <dgm:t>
        <a:bodyPr/>
        <a:lstStyle/>
        <a:p>
          <a:endParaRPr lang="en-US"/>
        </a:p>
      </dgm:t>
    </dgm:pt>
    <dgm:pt modelId="{DDF5F65F-3A47-4834-BEE6-F36878423AEF}">
      <dgm:prSet/>
      <dgm:spPr/>
      <dgm:t>
        <a:bodyPr/>
        <a:lstStyle/>
        <a:p>
          <a:r>
            <a:rPr lang="es-ES"/>
            <a:t>• El proyecto demuestra la importancia de desarrollar algoritmos antes de implementar el código.</a:t>
          </a:r>
          <a:endParaRPr lang="en-US"/>
        </a:p>
      </dgm:t>
    </dgm:pt>
    <dgm:pt modelId="{CF5D294C-E558-4C2A-8E42-93607EC441FF}" type="parTrans" cxnId="{1F1CA04A-9B00-423B-A37F-EC380F1B16B8}">
      <dgm:prSet/>
      <dgm:spPr/>
      <dgm:t>
        <a:bodyPr/>
        <a:lstStyle/>
        <a:p>
          <a:endParaRPr lang="en-US"/>
        </a:p>
      </dgm:t>
    </dgm:pt>
    <dgm:pt modelId="{3CBB617B-ED22-4336-AEC2-9E343C709B57}" type="sibTrans" cxnId="{1F1CA04A-9B00-423B-A37F-EC380F1B16B8}">
      <dgm:prSet/>
      <dgm:spPr/>
      <dgm:t>
        <a:bodyPr/>
        <a:lstStyle/>
        <a:p>
          <a:endParaRPr lang="en-US"/>
        </a:p>
      </dgm:t>
    </dgm:pt>
    <dgm:pt modelId="{160B1892-4A07-4269-B959-A8D582F9F98D}" type="pres">
      <dgm:prSet presAssocID="{9375EF1A-1E47-477A-88D2-70CFFB7A0B8F}" presName="root" presStyleCnt="0">
        <dgm:presLayoutVars>
          <dgm:dir/>
          <dgm:resizeHandles val="exact"/>
        </dgm:presLayoutVars>
      </dgm:prSet>
      <dgm:spPr/>
    </dgm:pt>
    <dgm:pt modelId="{CC65DEE2-CAC0-47B3-B458-ABD777126304}" type="pres">
      <dgm:prSet presAssocID="{AE8169E4-2731-45BE-A4AE-3E1677538678}" presName="compNode" presStyleCnt="0"/>
      <dgm:spPr/>
    </dgm:pt>
    <dgm:pt modelId="{73872070-4F2F-47A6-9AF2-6FE27ACF18F1}" type="pres">
      <dgm:prSet presAssocID="{AE8169E4-2731-45BE-A4AE-3E1677538678}" presName="bgRect" presStyleLbl="bgShp" presStyleIdx="0" presStyleCnt="3"/>
      <dgm:spPr/>
    </dgm:pt>
    <dgm:pt modelId="{9839F97A-04E8-48D6-85DF-D2397EB96D33}" type="pres">
      <dgm:prSet presAssocID="{AE8169E4-2731-45BE-A4AE-3E1677538678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ronómetro"/>
        </a:ext>
      </dgm:extLst>
    </dgm:pt>
    <dgm:pt modelId="{E22024E6-8B8D-449E-9B32-8139D28967BF}" type="pres">
      <dgm:prSet presAssocID="{AE8169E4-2731-45BE-A4AE-3E1677538678}" presName="spaceRect" presStyleCnt="0"/>
      <dgm:spPr/>
    </dgm:pt>
    <dgm:pt modelId="{045AB467-3941-4BB4-8D30-370156B2F114}" type="pres">
      <dgm:prSet presAssocID="{AE8169E4-2731-45BE-A4AE-3E1677538678}" presName="parTx" presStyleLbl="revTx" presStyleIdx="0" presStyleCnt="3">
        <dgm:presLayoutVars>
          <dgm:chMax val="0"/>
          <dgm:chPref val="0"/>
        </dgm:presLayoutVars>
      </dgm:prSet>
      <dgm:spPr/>
    </dgm:pt>
    <dgm:pt modelId="{EDC75C7A-DD12-4D90-8677-442A75A502D8}" type="pres">
      <dgm:prSet presAssocID="{24B39FD0-EB38-4EEB-8D22-CC35973C2840}" presName="sibTrans" presStyleCnt="0"/>
      <dgm:spPr/>
    </dgm:pt>
    <dgm:pt modelId="{09E5FA61-8390-44B9-B587-6D4F5E0EE8F4}" type="pres">
      <dgm:prSet presAssocID="{0D656E8D-BBAB-49CA-B677-7D48A05603B7}" presName="compNode" presStyleCnt="0"/>
      <dgm:spPr/>
    </dgm:pt>
    <dgm:pt modelId="{E60FD057-3318-4AB7-8BDE-E14814DCF959}" type="pres">
      <dgm:prSet presAssocID="{0D656E8D-BBAB-49CA-B677-7D48A05603B7}" presName="bgRect" presStyleLbl="bgShp" presStyleIdx="1" presStyleCnt="3"/>
      <dgm:spPr/>
    </dgm:pt>
    <dgm:pt modelId="{C81CDDE9-6E23-4C42-9D7C-5AB7ED7E1629}" type="pres">
      <dgm:prSet presAssocID="{0D656E8D-BBAB-49CA-B677-7D48A05603B7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astel"/>
        </a:ext>
      </dgm:extLst>
    </dgm:pt>
    <dgm:pt modelId="{508CED05-DA73-4DAB-9C40-1CF5193CE337}" type="pres">
      <dgm:prSet presAssocID="{0D656E8D-BBAB-49CA-B677-7D48A05603B7}" presName="spaceRect" presStyleCnt="0"/>
      <dgm:spPr/>
    </dgm:pt>
    <dgm:pt modelId="{CA1893D1-91F0-434B-B980-C0F9EFE39CC2}" type="pres">
      <dgm:prSet presAssocID="{0D656E8D-BBAB-49CA-B677-7D48A05603B7}" presName="parTx" presStyleLbl="revTx" presStyleIdx="1" presStyleCnt="3">
        <dgm:presLayoutVars>
          <dgm:chMax val="0"/>
          <dgm:chPref val="0"/>
        </dgm:presLayoutVars>
      </dgm:prSet>
      <dgm:spPr/>
    </dgm:pt>
    <dgm:pt modelId="{46489738-D183-45B1-90CA-24563F3AA47C}" type="pres">
      <dgm:prSet presAssocID="{145EE75D-E3F7-46E4-8E2E-A5E4BDDC54CA}" presName="sibTrans" presStyleCnt="0"/>
      <dgm:spPr/>
    </dgm:pt>
    <dgm:pt modelId="{2D451428-578C-4C6D-A80E-64707ECA411B}" type="pres">
      <dgm:prSet presAssocID="{DDF5F65F-3A47-4834-BEE6-F36878423AEF}" presName="compNode" presStyleCnt="0"/>
      <dgm:spPr/>
    </dgm:pt>
    <dgm:pt modelId="{1CD32A1B-DC7C-42FA-9D87-F3D818269102}" type="pres">
      <dgm:prSet presAssocID="{DDF5F65F-3A47-4834-BEE6-F36878423AEF}" presName="bgRect" presStyleLbl="bgShp" presStyleIdx="2" presStyleCnt="3"/>
      <dgm:spPr/>
    </dgm:pt>
    <dgm:pt modelId="{E241A6BD-D254-40A5-AF5D-7CDEAFE6CC72}" type="pres">
      <dgm:prSet presAssocID="{DDF5F65F-3A47-4834-BEE6-F36878423AEF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iagrama de flujo"/>
        </a:ext>
      </dgm:extLst>
    </dgm:pt>
    <dgm:pt modelId="{B847656D-2A41-4FCA-B0D6-CD0FEDC76385}" type="pres">
      <dgm:prSet presAssocID="{DDF5F65F-3A47-4834-BEE6-F36878423AEF}" presName="spaceRect" presStyleCnt="0"/>
      <dgm:spPr/>
    </dgm:pt>
    <dgm:pt modelId="{F4CC7B26-3329-44BF-8C41-95DA707EF8F1}" type="pres">
      <dgm:prSet presAssocID="{DDF5F65F-3A47-4834-BEE6-F36878423AEF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E4F2C213-9540-4EE3-9EB7-26AB1E46EC76}" srcId="{9375EF1A-1E47-477A-88D2-70CFFB7A0B8F}" destId="{0D656E8D-BBAB-49CA-B677-7D48A05603B7}" srcOrd="1" destOrd="0" parTransId="{372560AD-6D69-46D8-81AA-632A989910A4}" sibTransId="{145EE75D-E3F7-46E4-8E2E-A5E4BDDC54CA}"/>
    <dgm:cxn modelId="{D59DF124-C32E-4295-A3F5-BDE74D294882}" type="presOf" srcId="{0D656E8D-BBAB-49CA-B677-7D48A05603B7}" destId="{CA1893D1-91F0-434B-B980-C0F9EFE39CC2}" srcOrd="0" destOrd="0" presId="urn:microsoft.com/office/officeart/2018/2/layout/IconVerticalSolidList"/>
    <dgm:cxn modelId="{1F1CA04A-9B00-423B-A37F-EC380F1B16B8}" srcId="{9375EF1A-1E47-477A-88D2-70CFFB7A0B8F}" destId="{DDF5F65F-3A47-4834-BEE6-F36878423AEF}" srcOrd="2" destOrd="0" parTransId="{CF5D294C-E558-4C2A-8E42-93607EC441FF}" sibTransId="{3CBB617B-ED22-4336-AEC2-9E343C709B57}"/>
    <dgm:cxn modelId="{35B3CE6F-D15A-4170-BC2D-2BCE445724EA}" srcId="{9375EF1A-1E47-477A-88D2-70CFFB7A0B8F}" destId="{AE8169E4-2731-45BE-A4AE-3E1677538678}" srcOrd="0" destOrd="0" parTransId="{4D928D16-8911-4D4E-90F1-9C7B4DAD7536}" sibTransId="{24B39FD0-EB38-4EEB-8D22-CC35973C2840}"/>
    <dgm:cxn modelId="{59E49176-28C3-49B8-B4C2-D6592C7078A0}" type="presOf" srcId="{AE8169E4-2731-45BE-A4AE-3E1677538678}" destId="{045AB467-3941-4BB4-8D30-370156B2F114}" srcOrd="0" destOrd="0" presId="urn:microsoft.com/office/officeart/2018/2/layout/IconVerticalSolidList"/>
    <dgm:cxn modelId="{38EDADBA-DFFE-4EBE-AF40-36F4FAC9C1A2}" type="presOf" srcId="{9375EF1A-1E47-477A-88D2-70CFFB7A0B8F}" destId="{160B1892-4A07-4269-B959-A8D582F9F98D}" srcOrd="0" destOrd="0" presId="urn:microsoft.com/office/officeart/2018/2/layout/IconVerticalSolidList"/>
    <dgm:cxn modelId="{35AFF0EC-8A35-4150-B95C-0AB2BC91A5C0}" type="presOf" srcId="{DDF5F65F-3A47-4834-BEE6-F36878423AEF}" destId="{F4CC7B26-3329-44BF-8C41-95DA707EF8F1}" srcOrd="0" destOrd="0" presId="urn:microsoft.com/office/officeart/2018/2/layout/IconVerticalSolidList"/>
    <dgm:cxn modelId="{75930D86-A4C6-4BA5-AB77-29CFD4C524A2}" type="presParOf" srcId="{160B1892-4A07-4269-B959-A8D582F9F98D}" destId="{CC65DEE2-CAC0-47B3-B458-ABD777126304}" srcOrd="0" destOrd="0" presId="urn:microsoft.com/office/officeart/2018/2/layout/IconVerticalSolidList"/>
    <dgm:cxn modelId="{CE7B66D0-8F5A-45C2-AB70-8D9EFA8DDE23}" type="presParOf" srcId="{CC65DEE2-CAC0-47B3-B458-ABD777126304}" destId="{73872070-4F2F-47A6-9AF2-6FE27ACF18F1}" srcOrd="0" destOrd="0" presId="urn:microsoft.com/office/officeart/2018/2/layout/IconVerticalSolidList"/>
    <dgm:cxn modelId="{2168F19D-65CF-456F-9BFE-A2A77B300A49}" type="presParOf" srcId="{CC65DEE2-CAC0-47B3-B458-ABD777126304}" destId="{9839F97A-04E8-48D6-85DF-D2397EB96D33}" srcOrd="1" destOrd="0" presId="urn:microsoft.com/office/officeart/2018/2/layout/IconVerticalSolidList"/>
    <dgm:cxn modelId="{176B2804-3EFC-48A3-A464-1E296BAB7B9F}" type="presParOf" srcId="{CC65DEE2-CAC0-47B3-B458-ABD777126304}" destId="{E22024E6-8B8D-449E-9B32-8139D28967BF}" srcOrd="2" destOrd="0" presId="urn:microsoft.com/office/officeart/2018/2/layout/IconVerticalSolidList"/>
    <dgm:cxn modelId="{99316CF5-C555-4ACC-9C93-4799AA817A69}" type="presParOf" srcId="{CC65DEE2-CAC0-47B3-B458-ABD777126304}" destId="{045AB467-3941-4BB4-8D30-370156B2F114}" srcOrd="3" destOrd="0" presId="urn:microsoft.com/office/officeart/2018/2/layout/IconVerticalSolidList"/>
    <dgm:cxn modelId="{B70E052E-A534-48CC-8814-6DBEE51876DA}" type="presParOf" srcId="{160B1892-4A07-4269-B959-A8D582F9F98D}" destId="{EDC75C7A-DD12-4D90-8677-442A75A502D8}" srcOrd="1" destOrd="0" presId="urn:microsoft.com/office/officeart/2018/2/layout/IconVerticalSolidList"/>
    <dgm:cxn modelId="{66C1FDA7-8A84-47AB-BD4F-B2828AAEC67D}" type="presParOf" srcId="{160B1892-4A07-4269-B959-A8D582F9F98D}" destId="{09E5FA61-8390-44B9-B587-6D4F5E0EE8F4}" srcOrd="2" destOrd="0" presId="urn:microsoft.com/office/officeart/2018/2/layout/IconVerticalSolidList"/>
    <dgm:cxn modelId="{9D68DC7A-3FB8-4DB7-8ADE-04C4CFE775EE}" type="presParOf" srcId="{09E5FA61-8390-44B9-B587-6D4F5E0EE8F4}" destId="{E60FD057-3318-4AB7-8BDE-E14814DCF959}" srcOrd="0" destOrd="0" presId="urn:microsoft.com/office/officeart/2018/2/layout/IconVerticalSolidList"/>
    <dgm:cxn modelId="{7BD600BA-904F-4878-820E-85CA410F345D}" type="presParOf" srcId="{09E5FA61-8390-44B9-B587-6D4F5E0EE8F4}" destId="{C81CDDE9-6E23-4C42-9D7C-5AB7ED7E1629}" srcOrd="1" destOrd="0" presId="urn:microsoft.com/office/officeart/2018/2/layout/IconVerticalSolidList"/>
    <dgm:cxn modelId="{1097FD14-FFBC-4118-9642-46CC74C2E703}" type="presParOf" srcId="{09E5FA61-8390-44B9-B587-6D4F5E0EE8F4}" destId="{508CED05-DA73-4DAB-9C40-1CF5193CE337}" srcOrd="2" destOrd="0" presId="urn:microsoft.com/office/officeart/2018/2/layout/IconVerticalSolidList"/>
    <dgm:cxn modelId="{FB62E7DF-A3B6-45CA-97D4-04747D462F27}" type="presParOf" srcId="{09E5FA61-8390-44B9-B587-6D4F5E0EE8F4}" destId="{CA1893D1-91F0-434B-B980-C0F9EFE39CC2}" srcOrd="3" destOrd="0" presId="urn:microsoft.com/office/officeart/2018/2/layout/IconVerticalSolidList"/>
    <dgm:cxn modelId="{F526F933-DD8F-4FA5-B67B-C25CA5EC9985}" type="presParOf" srcId="{160B1892-4A07-4269-B959-A8D582F9F98D}" destId="{46489738-D183-45B1-90CA-24563F3AA47C}" srcOrd="3" destOrd="0" presId="urn:microsoft.com/office/officeart/2018/2/layout/IconVerticalSolidList"/>
    <dgm:cxn modelId="{0114CF2C-5C3B-4730-93A1-7610A23A39C4}" type="presParOf" srcId="{160B1892-4A07-4269-B959-A8D582F9F98D}" destId="{2D451428-578C-4C6D-A80E-64707ECA411B}" srcOrd="4" destOrd="0" presId="urn:microsoft.com/office/officeart/2018/2/layout/IconVerticalSolidList"/>
    <dgm:cxn modelId="{05CEBD17-83F7-4130-AD54-2BCBDC1D46F0}" type="presParOf" srcId="{2D451428-578C-4C6D-A80E-64707ECA411B}" destId="{1CD32A1B-DC7C-42FA-9D87-F3D818269102}" srcOrd="0" destOrd="0" presId="urn:microsoft.com/office/officeart/2018/2/layout/IconVerticalSolidList"/>
    <dgm:cxn modelId="{35EA4B19-86D7-4594-BA2D-A7416C16016D}" type="presParOf" srcId="{2D451428-578C-4C6D-A80E-64707ECA411B}" destId="{E241A6BD-D254-40A5-AF5D-7CDEAFE6CC72}" srcOrd="1" destOrd="0" presId="urn:microsoft.com/office/officeart/2018/2/layout/IconVerticalSolidList"/>
    <dgm:cxn modelId="{8DDF4F7F-2B63-4605-8DD9-93B5374A6916}" type="presParOf" srcId="{2D451428-578C-4C6D-A80E-64707ECA411B}" destId="{B847656D-2A41-4FCA-B0D6-CD0FEDC76385}" srcOrd="2" destOrd="0" presId="urn:microsoft.com/office/officeart/2018/2/layout/IconVerticalSolidList"/>
    <dgm:cxn modelId="{3B1A8144-A585-4388-8FAD-6CF7CB730899}" type="presParOf" srcId="{2D451428-578C-4C6D-A80E-64707ECA411B}" destId="{F4CC7B26-3329-44BF-8C41-95DA707EF8F1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A61D952-D851-43A8-A357-A8BBBF1CC884}">
      <dsp:nvSpPr>
        <dsp:cNvPr id="0" name=""/>
        <dsp:cNvSpPr/>
      </dsp:nvSpPr>
      <dsp:spPr>
        <a:xfrm>
          <a:off x="0" y="0"/>
          <a:ext cx="3697242" cy="694983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700" kern="1200"/>
            <a:t>• Desarrollar un generador de contraseñas en Python.</a:t>
          </a:r>
          <a:endParaRPr lang="en-US" sz="1700" kern="1200"/>
        </a:p>
      </dsp:txBody>
      <dsp:txXfrm>
        <a:off x="20355" y="20355"/>
        <a:ext cx="2888575" cy="654273"/>
      </dsp:txXfrm>
    </dsp:sp>
    <dsp:sp modelId="{BE74DFE0-D636-4C6A-9A3D-1F717E3F2412}">
      <dsp:nvSpPr>
        <dsp:cNvPr id="0" name=""/>
        <dsp:cNvSpPr/>
      </dsp:nvSpPr>
      <dsp:spPr>
        <a:xfrm>
          <a:off x="309644" y="821344"/>
          <a:ext cx="3697242" cy="694983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700" kern="1200"/>
            <a:t>• Aplicar los conceptos de lógica de programación.</a:t>
          </a:r>
          <a:endParaRPr lang="en-US" sz="1700" kern="1200"/>
        </a:p>
      </dsp:txBody>
      <dsp:txXfrm>
        <a:off x="329999" y="841699"/>
        <a:ext cx="2895148" cy="654273"/>
      </dsp:txXfrm>
    </dsp:sp>
    <dsp:sp modelId="{A67FAFCD-F456-4A78-88DC-0D728C4992BE}">
      <dsp:nvSpPr>
        <dsp:cNvPr id="0" name=""/>
        <dsp:cNvSpPr/>
      </dsp:nvSpPr>
      <dsp:spPr>
        <a:xfrm>
          <a:off x="614666" y="1642689"/>
          <a:ext cx="3697242" cy="694983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700" kern="1200"/>
            <a:t>• Validar la información ingresada por el usuario.</a:t>
          </a:r>
          <a:endParaRPr lang="en-US" sz="1700" kern="1200"/>
        </a:p>
      </dsp:txBody>
      <dsp:txXfrm>
        <a:off x="635021" y="1663044"/>
        <a:ext cx="2899770" cy="654273"/>
      </dsp:txXfrm>
    </dsp:sp>
    <dsp:sp modelId="{AB30322A-7D82-4603-ACC9-D93C0461D883}">
      <dsp:nvSpPr>
        <dsp:cNvPr id="0" name=""/>
        <dsp:cNvSpPr/>
      </dsp:nvSpPr>
      <dsp:spPr>
        <a:xfrm>
          <a:off x="924310" y="2464034"/>
          <a:ext cx="3697242" cy="694983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700" kern="1200"/>
            <a:t>• Generar contraseñas seguras y personalizadas.</a:t>
          </a:r>
          <a:endParaRPr lang="en-US" sz="1700" kern="1200"/>
        </a:p>
      </dsp:txBody>
      <dsp:txXfrm>
        <a:off x="944665" y="2484389"/>
        <a:ext cx="2895148" cy="654273"/>
      </dsp:txXfrm>
    </dsp:sp>
    <dsp:sp modelId="{757E5ACB-0CFD-4A5A-832E-C3EE85552B92}">
      <dsp:nvSpPr>
        <dsp:cNvPr id="0" name=""/>
        <dsp:cNvSpPr/>
      </dsp:nvSpPr>
      <dsp:spPr>
        <a:xfrm>
          <a:off x="3245502" y="532294"/>
          <a:ext cx="451739" cy="451739"/>
        </a:xfrm>
        <a:prstGeom prst="downArrow">
          <a:avLst>
            <a:gd name="adj1" fmla="val 55000"/>
            <a:gd name="adj2" fmla="val 45000"/>
          </a:avLst>
        </a:prstGeom>
        <a:solidFill>
          <a:schemeClr val="accent6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6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000" kern="1200"/>
        </a:p>
      </dsp:txBody>
      <dsp:txXfrm>
        <a:off x="3347143" y="532294"/>
        <a:ext cx="248457" cy="339934"/>
      </dsp:txXfrm>
    </dsp:sp>
    <dsp:sp modelId="{5C09E7BD-B841-4E6E-A219-736AADA2ED06}">
      <dsp:nvSpPr>
        <dsp:cNvPr id="0" name=""/>
        <dsp:cNvSpPr/>
      </dsp:nvSpPr>
      <dsp:spPr>
        <a:xfrm>
          <a:off x="3555146" y="1353639"/>
          <a:ext cx="451739" cy="451739"/>
        </a:xfrm>
        <a:prstGeom prst="downArrow">
          <a:avLst>
            <a:gd name="adj1" fmla="val 55000"/>
            <a:gd name="adj2" fmla="val 45000"/>
          </a:avLst>
        </a:prstGeom>
        <a:solidFill>
          <a:schemeClr val="accent6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6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000" kern="1200"/>
        </a:p>
      </dsp:txBody>
      <dsp:txXfrm>
        <a:off x="3656787" y="1353639"/>
        <a:ext cx="248457" cy="339934"/>
      </dsp:txXfrm>
    </dsp:sp>
    <dsp:sp modelId="{1E449AF4-35A1-430B-85BB-7B6E2090B552}">
      <dsp:nvSpPr>
        <dsp:cNvPr id="0" name=""/>
        <dsp:cNvSpPr/>
      </dsp:nvSpPr>
      <dsp:spPr>
        <a:xfrm>
          <a:off x="3860169" y="2174983"/>
          <a:ext cx="451739" cy="451739"/>
        </a:xfrm>
        <a:prstGeom prst="downArrow">
          <a:avLst>
            <a:gd name="adj1" fmla="val 55000"/>
            <a:gd name="adj2" fmla="val 45000"/>
          </a:avLst>
        </a:prstGeom>
        <a:solidFill>
          <a:schemeClr val="accent6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6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000" kern="1200"/>
        </a:p>
      </dsp:txBody>
      <dsp:txXfrm>
        <a:off x="3961810" y="2174983"/>
        <a:ext cx="248457" cy="33993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3872070-4F2F-47A6-9AF2-6FE27ACF18F1}">
      <dsp:nvSpPr>
        <dsp:cNvPr id="0" name=""/>
        <dsp:cNvSpPr/>
      </dsp:nvSpPr>
      <dsp:spPr>
        <a:xfrm>
          <a:off x="0" y="706"/>
          <a:ext cx="6949440" cy="165292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839F97A-04E8-48D6-85DF-D2397EB96D33}">
      <dsp:nvSpPr>
        <dsp:cNvPr id="0" name=""/>
        <dsp:cNvSpPr/>
      </dsp:nvSpPr>
      <dsp:spPr>
        <a:xfrm>
          <a:off x="500008" y="372613"/>
          <a:ext cx="909106" cy="90910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45AB467-3941-4BB4-8D30-370156B2F114}">
      <dsp:nvSpPr>
        <dsp:cNvPr id="0" name=""/>
        <dsp:cNvSpPr/>
      </dsp:nvSpPr>
      <dsp:spPr>
        <a:xfrm>
          <a:off x="1909124" y="706"/>
          <a:ext cx="5040315" cy="165292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4934" tIns="174934" rIns="174934" bIns="174934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300" kern="1200"/>
            <a:t>• Se aplicaron correctamente los conocimientos de Lógica de Programación.</a:t>
          </a:r>
          <a:endParaRPr lang="en-US" sz="2300" kern="1200"/>
        </a:p>
      </dsp:txBody>
      <dsp:txXfrm>
        <a:off x="1909124" y="706"/>
        <a:ext cx="5040315" cy="1652921"/>
      </dsp:txXfrm>
    </dsp:sp>
    <dsp:sp modelId="{E60FD057-3318-4AB7-8BDE-E14814DCF959}">
      <dsp:nvSpPr>
        <dsp:cNvPr id="0" name=""/>
        <dsp:cNvSpPr/>
      </dsp:nvSpPr>
      <dsp:spPr>
        <a:xfrm>
          <a:off x="0" y="2066858"/>
          <a:ext cx="6949440" cy="165292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81CDDE9-6E23-4C42-9D7C-5AB7ED7E1629}">
      <dsp:nvSpPr>
        <dsp:cNvPr id="0" name=""/>
        <dsp:cNvSpPr/>
      </dsp:nvSpPr>
      <dsp:spPr>
        <a:xfrm>
          <a:off x="500008" y="2438765"/>
          <a:ext cx="909106" cy="90910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A1893D1-91F0-434B-B980-C0F9EFE39CC2}">
      <dsp:nvSpPr>
        <dsp:cNvPr id="0" name=""/>
        <dsp:cNvSpPr/>
      </dsp:nvSpPr>
      <dsp:spPr>
        <a:xfrm>
          <a:off x="1909124" y="2066858"/>
          <a:ext cx="5040315" cy="165292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4934" tIns="174934" rIns="174934" bIns="174934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300" kern="1200"/>
            <a:t>• El sistema cumple con los objetivos planteados.</a:t>
          </a:r>
          <a:endParaRPr lang="en-US" sz="2300" kern="1200"/>
        </a:p>
      </dsp:txBody>
      <dsp:txXfrm>
        <a:off x="1909124" y="2066858"/>
        <a:ext cx="5040315" cy="1652921"/>
      </dsp:txXfrm>
    </dsp:sp>
    <dsp:sp modelId="{1CD32A1B-DC7C-42FA-9D87-F3D818269102}">
      <dsp:nvSpPr>
        <dsp:cNvPr id="0" name=""/>
        <dsp:cNvSpPr/>
      </dsp:nvSpPr>
      <dsp:spPr>
        <a:xfrm>
          <a:off x="0" y="4133010"/>
          <a:ext cx="6949440" cy="165292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241A6BD-D254-40A5-AF5D-7CDEAFE6CC72}">
      <dsp:nvSpPr>
        <dsp:cNvPr id="0" name=""/>
        <dsp:cNvSpPr/>
      </dsp:nvSpPr>
      <dsp:spPr>
        <a:xfrm>
          <a:off x="500008" y="4504917"/>
          <a:ext cx="909106" cy="90910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4CC7B26-3329-44BF-8C41-95DA707EF8F1}">
      <dsp:nvSpPr>
        <dsp:cNvPr id="0" name=""/>
        <dsp:cNvSpPr/>
      </dsp:nvSpPr>
      <dsp:spPr>
        <a:xfrm>
          <a:off x="1909124" y="4133010"/>
          <a:ext cx="5040315" cy="165292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4934" tIns="174934" rIns="174934" bIns="174934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300" kern="1200"/>
            <a:t>• El proyecto demuestra la importancia de desarrollar algoritmos antes de implementar el código.</a:t>
          </a:r>
          <a:endParaRPr lang="en-US" sz="2300" kern="1200"/>
        </a:p>
      </dsp:txBody>
      <dsp:txXfrm>
        <a:off x="1909124" y="4133010"/>
        <a:ext cx="5040315" cy="165292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01923" y="1122363"/>
            <a:ext cx="7588155" cy="2621154"/>
          </a:xfrm>
        </p:spPr>
        <p:txBody>
          <a:bodyPr anchor="b">
            <a:normAutofit/>
          </a:bodyPr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01923" y="3843708"/>
            <a:ext cx="7588155" cy="1414091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8FA71-3A18-48C0-980F-4B68F7F63042}" type="datetime1">
              <a:rPr lang="en-US" smtClean="0"/>
              <a:t>6/28/2026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00184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1210E-201E-4473-82AC-2466F5386C38}" type="datetime1">
              <a:rPr lang="en-US" smtClean="0"/>
              <a:t>6/28/2026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86833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D06AF-EF87-8489-2C82-DEB90B7EF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381" y="553616"/>
            <a:ext cx="8273140" cy="4008859"/>
          </a:xfrm>
        </p:spPr>
        <p:txBody>
          <a:bodyPr anchor="t">
            <a:normAutofit/>
          </a:bodyPr>
          <a:lstStyle>
            <a:lvl1pPr>
              <a:defRPr sz="5400" cap="all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8E5678-CA38-1318-9EA2-5E0A4F9A59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3380" y="4589463"/>
            <a:ext cx="8273140" cy="1384617"/>
          </a:xfrm>
        </p:spPr>
        <p:txBody>
          <a:bodyPr anchor="b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E99186-7E5A-60AF-DE69-5C7DA71611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EA198-6CAB-4B8F-B93F-1F9C8C4B6CE7}" type="datetime1">
              <a:rPr lang="en-US" smtClean="0"/>
              <a:t>6/28/2026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FA13D1-1FBA-E820-323B-77B41F1A6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39BE85-85F6-4636-C651-D87CC969A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33033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741152" cy="113225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2E861E-DFBA-B4AA-9356-CDE3D3F57C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12648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1D7538-EC5A-3EE7-176F-A58920C507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6041F-4525-44D5-AA4F-332294BF1F56}" type="datetime1">
              <a:rPr lang="en-US" smtClean="0"/>
              <a:t>6/28/2026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51678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47396"/>
            <a:ext cx="10745788" cy="114329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685735"/>
            <a:ext cx="5157787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DA52B0-7419-A946-4523-6D34BCAD26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" y="2386894"/>
            <a:ext cx="5157787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5735"/>
            <a:ext cx="518318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BAE980-E611-98B5-04E9-DE4584B0E3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199" y="2386894"/>
            <a:ext cx="5183189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57091-BBDF-4EB9-BA6B-2BB67AC4FC0F}" type="datetime1">
              <a:rPr lang="en-US" smtClean="0"/>
              <a:t>6/28/2026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57015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B226B-77A6-410C-9796-083F278E0125}" type="datetime1">
              <a:rPr lang="en-US" smtClean="0"/>
              <a:t>6/28/2026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65703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A578B-D289-4C40-8593-3D356C49DA58}" type="datetime1">
              <a:rPr lang="en-US" smtClean="0"/>
              <a:t>6/28/2026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87406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7160" y="553616"/>
            <a:ext cx="3595634" cy="1757505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4708" y="553616"/>
            <a:ext cx="6279741" cy="548640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97160" y="2311121"/>
            <a:ext cx="3595634" cy="3728895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3DFAE3-14DB-48A7-A80F-80DDB072CE3D}" type="datetime1">
              <a:rPr lang="en-US" smtClean="0"/>
              <a:t>6/28/2026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23540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557784"/>
            <a:ext cx="3595634" cy="2212313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063319" y="657103"/>
            <a:ext cx="6483687" cy="555590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09601" y="2826137"/>
            <a:ext cx="3585586" cy="3434638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5EAEF-6478-4102-8F5D-A5FE9FC97ACB}" type="datetime1">
              <a:rPr lang="en-US" smtClean="0"/>
              <a:t>6/28/2026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54333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E956D-CB73-C986-F100-46487310D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515600" cy="113225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423E6A-A07C-BF0D-EA30-9A8A854E48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12648" y="1680898"/>
            <a:ext cx="10515600" cy="44960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DC9908-8F95-8DFC-72CC-158552B56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4EDB3-C0E8-45F8-9E1D-1B6C8D1880C0}" type="datetime1">
              <a:rPr lang="en-US" smtClean="0"/>
              <a:t>6/28/2026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26C9BE-9060-50CB-2BB7-07307FF89A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4A835B-97D3-BC22-F0B8-4986D46362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96727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85B0252-346C-F6F4-3642-19F571550D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634888" y="578497"/>
            <a:ext cx="2047037" cy="5598466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98DA36-7351-9D6A-518B-678AB8A507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578497"/>
            <a:ext cx="8796688" cy="55984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46BDFF-D746-836C-04B8-CA89AD5D1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0EC4B-54ED-4041-B552-9BA760FA3DBA}" type="datetime1">
              <a:rPr lang="en-US" smtClean="0"/>
              <a:t>6/28/2026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9AA929-A9E6-FF9C-0C59-177F892D6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16D893-7E81-90DC-4139-7687B39C3A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26018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7" y="1715532"/>
            <a:ext cx="10653579" cy="4593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67F45AC6-C491-4585-A584-9CE2AF7D5500}" type="datetime1">
              <a:rPr lang="en-US" smtClean="0"/>
              <a:t>6/28/2026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71231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9" r:id="rId1"/>
    <p:sldLayoutId id="2147483720" r:id="rId2"/>
    <p:sldLayoutId id="2147483721" r:id="rId3"/>
    <p:sldLayoutId id="2147483722" r:id="rId4"/>
    <p:sldLayoutId id="2147483723" r:id="rId5"/>
    <p:sldLayoutId id="2147483717" r:id="rId6"/>
    <p:sldLayoutId id="2147483713" r:id="rId7"/>
    <p:sldLayoutId id="2147483714" r:id="rId8"/>
    <p:sldLayoutId id="2147483715" r:id="rId9"/>
    <p:sldLayoutId id="2147483716" r:id="rId10"/>
    <p:sldLayoutId id="2147483718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Rectangle 42">
            <a:extLst>
              <a:ext uri="{FF2B5EF4-FFF2-40B4-BE49-F238E27FC236}">
                <a16:creationId xmlns:a16="http://schemas.microsoft.com/office/drawing/2014/main" id="{2D62DE05-7DEA-0B23-70B0-ADC386F256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948906" y="1777041"/>
            <a:ext cx="4416725" cy="2211200"/>
          </a:xfrm>
        </p:spPr>
        <p:txBody>
          <a:bodyPr>
            <a:normAutofit/>
          </a:bodyPr>
          <a:lstStyle/>
          <a:p>
            <a:r>
              <a:rPr lang="es-ES" sz="3000">
                <a:ea typeface="+mj-lt"/>
                <a:cs typeface="+mj-lt"/>
              </a:rPr>
              <a:t>PROYECTO FINAL</a:t>
            </a:r>
            <a:endParaRPr lang="es-ES" sz="3000"/>
          </a:p>
          <a:p>
            <a:r>
              <a:rPr lang="es-ES" sz="3000">
                <a:ea typeface="+mj-lt"/>
                <a:cs typeface="+mj-lt"/>
              </a:rPr>
              <a:t>Generador de Contraseñas Seguras utilizando Python y Raptor</a:t>
            </a:r>
            <a:endParaRPr lang="es-ES" sz="3000"/>
          </a:p>
          <a:p>
            <a:endParaRPr lang="es-ES" sz="300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948905" y="4073109"/>
            <a:ext cx="4416726" cy="1226263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110000"/>
              </a:lnSpc>
              <a:spcBef>
                <a:spcPct val="0"/>
              </a:spcBef>
            </a:pPr>
            <a:r>
              <a:rPr lang="es-ES" sz="1500"/>
              <a:t>Asignatura: Lógica de Programación</a:t>
            </a:r>
          </a:p>
          <a:p>
            <a:pPr>
              <a:lnSpc>
                <a:spcPct val="110000"/>
              </a:lnSpc>
              <a:spcBef>
                <a:spcPct val="0"/>
              </a:spcBef>
            </a:pPr>
            <a:r>
              <a:rPr lang="es-ES" sz="1500"/>
              <a:t>Carrera: Ingeniería en Ciberseguridad</a:t>
            </a:r>
          </a:p>
          <a:p>
            <a:pPr>
              <a:lnSpc>
                <a:spcPct val="110000"/>
              </a:lnSpc>
              <a:spcBef>
                <a:spcPct val="0"/>
              </a:spcBef>
            </a:pPr>
            <a:r>
              <a:rPr lang="es-ES" sz="1500"/>
              <a:t>Estudiante: Fernando Burbano</a:t>
            </a:r>
          </a:p>
          <a:p>
            <a:pPr>
              <a:lnSpc>
                <a:spcPct val="110000"/>
              </a:lnSpc>
              <a:spcBef>
                <a:spcPct val="0"/>
              </a:spcBef>
            </a:pPr>
            <a:r>
              <a:rPr lang="es-ES" sz="1500"/>
              <a:t>Docente: Msc. Lilian Aman</a:t>
            </a:r>
          </a:p>
          <a:p>
            <a:pPr>
              <a:lnSpc>
                <a:spcPct val="110000"/>
              </a:lnSpc>
            </a:pPr>
            <a:endParaRPr lang="es-ES" sz="150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8D40DC91-130C-38A0-22AA-885509F9B42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0851" r="1" b="1"/>
          <a:stretch>
            <a:fillRect/>
          </a:stretch>
        </p:blipFill>
        <p:spPr>
          <a:xfrm>
            <a:off x="6418053" y="10"/>
            <a:ext cx="5773947" cy="3400290"/>
          </a:xfrm>
          <a:prstGeom prst="rect">
            <a:avLst/>
          </a:prstGeom>
        </p:spPr>
      </p:pic>
      <p:pic>
        <p:nvPicPr>
          <p:cNvPr id="5" name="Imagen 4" descr="Interfaz de usuario gráfica&#10;&#10;El contenido generado por IA puede ser incorrecto.">
            <a:extLst>
              <a:ext uri="{FF2B5EF4-FFF2-40B4-BE49-F238E27FC236}">
                <a16:creationId xmlns:a16="http://schemas.microsoft.com/office/drawing/2014/main" id="{DDBCD57A-C50B-B741-61A3-D96C3D7AD76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019" r="-2" b="-2"/>
          <a:stretch>
            <a:fillRect/>
          </a:stretch>
        </p:blipFill>
        <p:spPr>
          <a:xfrm>
            <a:off x="6418053" y="3453740"/>
            <a:ext cx="5773947" cy="34042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62731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655198D-8166-442A-64EF-D660A9415B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Rectangle 51">
            <a:extLst>
              <a:ext uri="{FF2B5EF4-FFF2-40B4-BE49-F238E27FC236}">
                <a16:creationId xmlns:a16="http://schemas.microsoft.com/office/drawing/2014/main" id="{21E0DC6F-DB0E-DBE1-8178-AE81BC6B96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CE76A8DE-6695-C3CB-1259-B25CD12115E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1592" r="9091" b="13208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54" name="Rectangle 53">
            <a:extLst>
              <a:ext uri="{FF2B5EF4-FFF2-40B4-BE49-F238E27FC236}">
                <a16:creationId xmlns:a16="http://schemas.microsoft.com/office/drawing/2014/main" id="{84D07BF5-D29E-918E-55FE-747AF2A0E2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366726" cy="6858001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2ADEDBA-AC10-7005-490C-4DA9B95C401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1035" y="1424475"/>
            <a:ext cx="3424383" cy="2543448"/>
          </a:xfrm>
        </p:spPr>
        <p:txBody>
          <a:bodyPr anchor="t">
            <a:normAutofit/>
          </a:bodyPr>
          <a:lstStyle/>
          <a:p>
            <a:pPr algn="l"/>
            <a:r>
              <a:rPr lang="es-ES" sz="3200"/>
              <a:t>Introduccion</a:t>
            </a:r>
          </a:p>
          <a:p>
            <a:pPr algn="l"/>
            <a:endParaRPr lang="es-ES" sz="3200" b="0"/>
          </a:p>
          <a:p>
            <a:pPr algn="l"/>
            <a:endParaRPr lang="es-ES" sz="320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775EAC7-1FD9-EC5C-0DE7-E88B09C6786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41035" y="4007796"/>
            <a:ext cx="3424382" cy="2000041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>
              <a:lnSpc>
                <a:spcPct val="110000"/>
              </a:lnSpc>
            </a:pPr>
            <a:endParaRPr lang="es-ES" sz="1100"/>
          </a:p>
          <a:p>
            <a:pPr algn="l">
              <a:lnSpc>
                <a:spcPct val="110000"/>
              </a:lnSpc>
            </a:pPr>
            <a:r>
              <a:rPr lang="es-ES" sz="1100">
                <a:ea typeface="+mn-lt"/>
                <a:cs typeface="+mn-lt"/>
              </a:rPr>
              <a:t>El proyecto consiste en desarrollar un generador de contraseñas utilizando Python y Raptor, aplicando los conocimientos adquiridos durante la asignatura de Lógica de Programación. El sistema permite crear contraseñas seguras y personalizadas de acuerdo con las preferencias del usuario.</a:t>
            </a:r>
            <a:endParaRPr lang="es-ES" sz="1100"/>
          </a:p>
          <a:p>
            <a:pPr algn="l">
              <a:lnSpc>
                <a:spcPct val="110000"/>
              </a:lnSpc>
            </a:pPr>
            <a:endParaRPr lang="es-ES" sz="1100"/>
          </a:p>
        </p:txBody>
      </p:sp>
    </p:spTree>
    <p:extLst>
      <p:ext uri="{BB962C8B-B14F-4D97-AF65-F5344CB8AC3E}">
        <p14:creationId xmlns:p14="http://schemas.microsoft.com/office/powerpoint/2010/main" val="21693793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961259D-605E-E200-FF9F-7C8C71D7C8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670CB25-E20F-A7C9-EE05-39040D499E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00074"/>
            <a:ext cx="6035040" cy="1529932"/>
          </a:xfrm>
        </p:spPr>
        <p:txBody>
          <a:bodyPr anchor="b">
            <a:normAutofit/>
          </a:bodyPr>
          <a:lstStyle/>
          <a:p>
            <a:r>
              <a:rPr lang="es-ES"/>
              <a:t>Problema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3574638-8441-3308-47C2-598DEC549B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7" y="2212848"/>
            <a:ext cx="6035041" cy="4096512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s-ES" sz="1800">
                <a:ea typeface="+mn-lt"/>
                <a:cs typeface="+mn-lt"/>
              </a:rPr>
              <a:t>• Muchas personas utilizan contraseñas débiles.</a:t>
            </a:r>
            <a:endParaRPr lang="es-ES" sz="1800"/>
          </a:p>
          <a:p>
            <a:r>
              <a:rPr lang="es-ES" sz="1800">
                <a:ea typeface="+mn-lt"/>
                <a:cs typeface="+mn-lt"/>
              </a:rPr>
              <a:t>• Esto aumenta el riesgo de accesos no autorizados.</a:t>
            </a:r>
            <a:endParaRPr lang="es-ES" sz="1800"/>
          </a:p>
          <a:p>
            <a:r>
              <a:rPr lang="es-ES" sz="1800">
                <a:ea typeface="+mn-lt"/>
                <a:cs typeface="+mn-lt"/>
              </a:rPr>
              <a:t>• Se desarrolló una aplicación que permite generar contraseñas más seguras de forma automática.</a:t>
            </a:r>
            <a:endParaRPr lang="es-ES" sz="1800"/>
          </a:p>
          <a:p>
            <a:endParaRPr lang="es-ES" sz="1800"/>
          </a:p>
        </p:txBody>
      </p:sp>
      <p:pic>
        <p:nvPicPr>
          <p:cNvPr id="5" name="Picture 4" descr="Datos de programación en monitor de ordenador">
            <a:extLst>
              <a:ext uri="{FF2B5EF4-FFF2-40B4-BE49-F238E27FC236}">
                <a16:creationId xmlns:a16="http://schemas.microsoft.com/office/drawing/2014/main" id="{9C99D086-F4D9-AC07-7EB4-C7E085741F3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6444" r="6454" b="-3"/>
          <a:stretch>
            <a:fillRect/>
          </a:stretch>
        </p:blipFill>
        <p:spPr>
          <a:xfrm>
            <a:off x="7345680" y="10"/>
            <a:ext cx="4846320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10754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0" name="Rectangle 49">
            <a:extLst>
              <a:ext uri="{FF2B5EF4-FFF2-40B4-BE49-F238E27FC236}">
                <a16:creationId xmlns:a16="http://schemas.microsoft.com/office/drawing/2014/main" id="{CBB0869A-0BE5-B3E9-F73D-2F3691E4D9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6698BE90-CBBF-EF6A-15C5-EC9F2A1E66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1114923"/>
            <a:ext cx="4621553" cy="1360728"/>
          </a:xfrm>
        </p:spPr>
        <p:txBody>
          <a:bodyPr anchor="b">
            <a:normAutofit/>
          </a:bodyPr>
          <a:lstStyle/>
          <a:p>
            <a:r>
              <a:rPr lang="es-ES"/>
              <a:t>Objetivos</a:t>
            </a:r>
          </a:p>
        </p:txBody>
      </p:sp>
      <p:pic>
        <p:nvPicPr>
          <p:cNvPr id="45" name="Imagen 44" descr="Interfaz de usuario gráfica&#10;&#10;El contenido generado por IA puede ser incorrecto.">
            <a:extLst>
              <a:ext uri="{FF2B5EF4-FFF2-40B4-BE49-F238E27FC236}">
                <a16:creationId xmlns:a16="http://schemas.microsoft.com/office/drawing/2014/main" id="{DDC51252-EFC8-5B56-3146-F205B02D78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91261" y="1752610"/>
            <a:ext cx="5837780" cy="3352779"/>
          </a:xfrm>
          <a:prstGeom prst="rect">
            <a:avLst/>
          </a:prstGeom>
        </p:spPr>
      </p:pic>
      <p:graphicFrame>
        <p:nvGraphicFramePr>
          <p:cNvPr id="12" name="Marcador de contenido 2">
            <a:extLst>
              <a:ext uri="{FF2B5EF4-FFF2-40B4-BE49-F238E27FC236}">
                <a16:creationId xmlns:a16="http://schemas.microsoft.com/office/drawing/2014/main" id="{DF1FB395-73FC-7EFD-F6D5-789CC65B915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37055529"/>
              </p:ext>
            </p:extLst>
          </p:nvPr>
        </p:nvGraphicFramePr>
        <p:xfrm>
          <a:off x="612648" y="2584058"/>
          <a:ext cx="4621553" cy="315901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4465070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29">
            <a:extLst>
              <a:ext uri="{FF2B5EF4-FFF2-40B4-BE49-F238E27FC236}">
                <a16:creationId xmlns:a16="http://schemas.microsoft.com/office/drawing/2014/main" id="{4AB9B8B4-6AA0-6EC2-5180-35BA3CFC28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07564D4-E8AA-7B38-A8D6-9B8A398476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548640"/>
            <a:ext cx="10872216" cy="1132258"/>
          </a:xfrm>
        </p:spPr>
        <p:txBody>
          <a:bodyPr anchor="t">
            <a:normAutofit/>
          </a:bodyPr>
          <a:lstStyle/>
          <a:p>
            <a:r>
              <a:rPr lang="es-ES"/>
              <a:t>Desarrollo de proyecto</a:t>
            </a:r>
          </a:p>
        </p:txBody>
      </p:sp>
      <p:pic>
        <p:nvPicPr>
          <p:cNvPr id="7" name="Imagen 6" descr="Diagrama&#10;&#10;El contenido generado por IA puede ser incorrecto.">
            <a:extLst>
              <a:ext uri="{FF2B5EF4-FFF2-40B4-BE49-F238E27FC236}">
                <a16:creationId xmlns:a16="http://schemas.microsoft.com/office/drawing/2014/main" id="{D28D9244-D711-1F1D-A12E-6BDE1E7E06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4105" y="1821238"/>
            <a:ext cx="2333822" cy="4488121"/>
          </a:xfrm>
          <a:prstGeom prst="rect">
            <a:avLst/>
          </a:prstGeom>
        </p:spPr>
      </p:pic>
      <p:pic>
        <p:nvPicPr>
          <p:cNvPr id="8" name="Imagen 7" descr="Interfaz de usuario gráfica, Sitio web&#10;&#10;El contenido generado por IA puede ser incorrecto.">
            <a:extLst>
              <a:ext uri="{FF2B5EF4-FFF2-40B4-BE49-F238E27FC236}">
                <a16:creationId xmlns:a16="http://schemas.microsoft.com/office/drawing/2014/main" id="{D5324E37-6517-46ED-5CEF-FD47D41E58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5741" y="3282666"/>
            <a:ext cx="6008624" cy="3414770"/>
          </a:xfrm>
          <a:prstGeom prst="rect">
            <a:avLst/>
          </a:prstGeom>
        </p:spPr>
      </p:pic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A6EB8AF-B118-C3A8-6A95-E1947A828C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81248" y="1470212"/>
            <a:ext cx="3902243" cy="4534348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s-ES" sz="1800">
                <a:ea typeface="+mn-lt"/>
                <a:cs typeface="+mn-lt"/>
              </a:rPr>
              <a:t>El algoritmo fue diseñado inicialmente mediante un diagrama de flujo utilizando Raptor y posteriormente implementado en Python.</a:t>
            </a:r>
            <a:endParaRPr lang="es-ES" sz="1800"/>
          </a:p>
          <a:p>
            <a:endParaRPr lang="es-ES" sz="1800"/>
          </a:p>
        </p:txBody>
      </p:sp>
    </p:spTree>
    <p:extLst>
      <p:ext uri="{BB962C8B-B14F-4D97-AF65-F5344CB8AC3E}">
        <p14:creationId xmlns:p14="http://schemas.microsoft.com/office/powerpoint/2010/main" val="34170950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2AFC67-0973-EC0D-F14E-710D701B20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161391A-DA5D-F1E9-8CB8-DB787075A0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03504"/>
            <a:ext cx="3553412" cy="1527048"/>
          </a:xfrm>
        </p:spPr>
        <p:txBody>
          <a:bodyPr anchor="b">
            <a:normAutofit/>
          </a:bodyPr>
          <a:lstStyle/>
          <a:p>
            <a:r>
              <a:rPr lang="es-ES" sz="3300"/>
              <a:t>Implementación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BBF4247-4C98-EB53-C05C-0A2019F193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8" y="2212848"/>
            <a:ext cx="3553412" cy="4122420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s-ES" sz="1800">
                <a:ea typeface="+mn-lt"/>
                <a:cs typeface="+mn-lt"/>
              </a:rPr>
              <a:t>El programa utiliza estructuras condicionales, ciclos repetitivos y las bibliotecas random y string para generar contraseñas seguras de acuerdo con las opciones seleccionadas por el usuario.</a:t>
            </a:r>
            <a:endParaRPr lang="es-ES" sz="1800"/>
          </a:p>
          <a:p>
            <a:endParaRPr lang="es-ES" sz="1800"/>
          </a:p>
        </p:txBody>
      </p:sp>
      <p:pic>
        <p:nvPicPr>
          <p:cNvPr id="4" name="Imagen 3" descr="Texto&#10;&#10;El contenido generado por IA puede ser incorrecto.">
            <a:extLst>
              <a:ext uri="{FF2B5EF4-FFF2-40B4-BE49-F238E27FC236}">
                <a16:creationId xmlns:a16="http://schemas.microsoft.com/office/drawing/2014/main" id="{77127A89-145C-D59A-F81C-1587502D3AA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7742" r="-1" b="14362"/>
          <a:stretch>
            <a:fillRect/>
          </a:stretch>
        </p:blipFill>
        <p:spPr>
          <a:xfrm>
            <a:off x="4752550" y="10"/>
            <a:ext cx="7439450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07760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2AFC67-0973-EC0D-F14E-710D701B20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6EBAF4F7-5575-1A07-590E-FB040862CC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03504"/>
            <a:ext cx="3553412" cy="1527048"/>
          </a:xfrm>
        </p:spPr>
        <p:txBody>
          <a:bodyPr anchor="b">
            <a:normAutofit/>
          </a:bodyPr>
          <a:lstStyle/>
          <a:p>
            <a:r>
              <a:rPr lang="es-ES"/>
              <a:t>Resultados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B21D44F-A1F2-CB93-DFA3-F7A8E091C7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8" y="2212848"/>
            <a:ext cx="3553412" cy="4122420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s-ES" sz="1800">
                <a:ea typeface="+mn-lt"/>
                <a:cs typeface="+mn-lt"/>
              </a:rPr>
              <a:t>El sistema genera contraseñas seguras, valida la información ingresada por el usuario y garantiza la inclusión de los tipos de caracteres seleccionados.</a:t>
            </a:r>
            <a:endParaRPr lang="es-ES" sz="1800"/>
          </a:p>
          <a:p>
            <a:endParaRPr lang="es-ES" sz="1800"/>
          </a:p>
        </p:txBody>
      </p:sp>
      <p:pic>
        <p:nvPicPr>
          <p:cNvPr id="4" name="Imagen 3" descr="Texto&#10;&#10;El contenido generado por IA puede ser incorrecto.">
            <a:extLst>
              <a:ext uri="{FF2B5EF4-FFF2-40B4-BE49-F238E27FC236}">
                <a16:creationId xmlns:a16="http://schemas.microsoft.com/office/drawing/2014/main" id="{C09B3780-ED93-F2FA-A2E1-26255F45A15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562" r="2" b="3559"/>
          <a:stretch>
            <a:fillRect/>
          </a:stretch>
        </p:blipFill>
        <p:spPr>
          <a:xfrm>
            <a:off x="4752550" y="10"/>
            <a:ext cx="7439450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33712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8">
            <a:extLst>
              <a:ext uri="{FF2B5EF4-FFF2-40B4-BE49-F238E27FC236}">
                <a16:creationId xmlns:a16="http://schemas.microsoft.com/office/drawing/2014/main" id="{600DC1B0-7E1A-BD02-3F93-19E6B1B750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F7B8AE6-E219-DAD4-3208-1D3126D9AA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9" y="548638"/>
            <a:ext cx="3493008" cy="5788152"/>
          </a:xfrm>
        </p:spPr>
        <p:txBody>
          <a:bodyPr anchor="ctr">
            <a:normAutofit/>
          </a:bodyPr>
          <a:lstStyle/>
          <a:p>
            <a:r>
              <a:rPr lang="es-ES" sz="3700"/>
              <a:t>Conclusiones</a:t>
            </a:r>
          </a:p>
        </p:txBody>
      </p:sp>
      <p:graphicFrame>
        <p:nvGraphicFramePr>
          <p:cNvPr id="12" name="Marcador de contenido 2">
            <a:extLst>
              <a:ext uri="{FF2B5EF4-FFF2-40B4-BE49-F238E27FC236}">
                <a16:creationId xmlns:a16="http://schemas.microsoft.com/office/drawing/2014/main" id="{753A70BD-7292-7C1E-4C00-0CB30EBD5ED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44248555"/>
              </p:ext>
            </p:extLst>
          </p:nvPr>
        </p:nvGraphicFramePr>
        <p:xfrm>
          <a:off x="4608246" y="548640"/>
          <a:ext cx="6949440" cy="57866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293952455"/>
      </p:ext>
    </p:extLst>
  </p:cSld>
  <p:clrMapOvr>
    <a:masterClrMapping/>
  </p:clrMapOvr>
</p:sld>
</file>

<file path=ppt/theme/theme1.xml><?xml version="1.0" encoding="utf-8"?>
<a:theme xmlns:a="http://schemas.openxmlformats.org/drawingml/2006/main" name="VanillaVTI">
  <a:themeElements>
    <a:clrScheme name="Vanilla">
      <a:dk1>
        <a:sysClr val="windowText" lastClr="000000"/>
      </a:dk1>
      <a:lt1>
        <a:sysClr val="window" lastClr="FFFFFF"/>
      </a:lt1>
      <a:dk2>
        <a:srgbClr val="2C3932"/>
      </a:dk2>
      <a:lt2>
        <a:srgbClr val="FDF6EA"/>
      </a:lt2>
      <a:accent1>
        <a:srgbClr val="169C9A"/>
      </a:accent1>
      <a:accent2>
        <a:srgbClr val="FA9A42"/>
      </a:accent2>
      <a:accent3>
        <a:srgbClr val="E15C3D"/>
      </a:accent3>
      <a:accent4>
        <a:srgbClr val="E78A67"/>
      </a:accent4>
      <a:accent5>
        <a:srgbClr val="A74B40"/>
      </a:accent5>
      <a:accent6>
        <a:srgbClr val="3D9072"/>
      </a:accent6>
      <a:hlink>
        <a:srgbClr val="169C9A"/>
      </a:hlink>
      <a:folHlink>
        <a:srgbClr val="E15C3D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nillaVTI" id="{54D376C6-1C9B-4C6B-8F3C-483BB307BB05}" vid="{7690D8A9-C071-45EF-BA7A-F7FA9779B11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Panorámica</PresentationFormat>
  <Slides>8</Slides>
  <Notes>0</Notes>
  <HiddenSlides>0</HiddenSlide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9" baseType="lpstr">
      <vt:lpstr>VanillaVTI</vt:lpstr>
      <vt:lpstr>PROYECTO FINAL Generador de Contraseñas Seguras utilizando Python y Raptor </vt:lpstr>
      <vt:lpstr>Introduccion  </vt:lpstr>
      <vt:lpstr>Problema</vt:lpstr>
      <vt:lpstr>Objetivos</vt:lpstr>
      <vt:lpstr>Desarrollo de proyecto</vt:lpstr>
      <vt:lpstr>Implementación</vt:lpstr>
      <vt:lpstr>Resultados</vt:lpstr>
      <vt:lpstr>Conclusiones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3</cp:revision>
  <dcterms:created xsi:type="dcterms:W3CDTF">2026-06-28T22:19:24Z</dcterms:created>
  <dcterms:modified xsi:type="dcterms:W3CDTF">2026-06-29T00:41:06Z</dcterms:modified>
</cp:coreProperties>
</file>